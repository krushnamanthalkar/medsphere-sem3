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MedSphere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DCEBED"/>
                </a:solidFill>
              </a:defRPr>
            </a:pPr>
            <a:r>
              <a:t>Unified Hospital Information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MCA Semester 3 Mini Project</a:t>
            </a:r>
            <a:br/>
            <a:r>
              <a:t>Student 1: __________   Student 2: __________   Student 3: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F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Web-based hospital information management system for the MCA Semester 3 mini project.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Centralized platform for basic hospital information and connected workflows.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Connects patients, doctors, departments, appointments, consultations, prescriptions and medical history.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Uses role-based access for Admin, Receptionist and Doctor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MedSphere | MCA Semester 3 Mini Project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F"/>
                </a:solidFill>
              </a:defRPr>
            </a:pPr>
            <a: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Hospital workflows require coordinated management of patient and clinical information.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Patient registration and appointment information needs consistent storage.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Doctor consultations and prescriptions should remain linked with appointments.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Different users require controlled access to different hospital functions.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MedSphere provides one database-backed role-based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MedSphere | MCA Semester 3 Mini Project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F"/>
                </a:solidFill>
              </a:defRPr>
            </a:pPr>
            <a:r>
              <a:t>3.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Develop a centralized hospital information management application.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Implement secure authentication and role-based authorization.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Manage patients, departments and doctor accounts.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Schedule and manage appointments.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Record consultations and prescriptions.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Maintain patient medical history.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Demonstrate Java, Spring Boot, MVC, JPA/Hibernate, Security and relational database concepts.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MedSphere | MCA Semester 3 Mini Project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F"/>
                </a:solidFill>
              </a:defRPr>
            </a:pPr>
            <a:r>
              <a:t>4.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Centralized relational database.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Role-specific dashboards and workflows.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Patient registration and search.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Department and doctor management.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Appointment scheduling, search and status management.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Doctor consultation and prescription workflow.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Medical history management.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Validation, authorization and error handling.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MedSphere | MCA Semester 3 Mini Project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F"/>
                </a:solidFill>
              </a:defRPr>
            </a:pPr>
            <a:r>
              <a:t>5.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Java 21.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Spring Boot 3.5.5 + Spring MVC.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Spring Security + BCrypt.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Spring Data JPA + Hibernate.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Thymeleaf + HTML/CSS/JavaScript + Bootstrap 5.3.3.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MariaDB / MySQL.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Maven Wrapper + XAMPP.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MedSphere | MCA Semester 3 Mini Project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F"/>
                </a:solidFill>
              </a:defRPr>
            </a:pPr>
            <a:r>
              <a:t>6. User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ADMIN — departments, doctors and authorized patient/appointment workflows.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RECEPTIONIST — patient registration, search, medical history and appointments.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DOCTOR — assigned appointments, consultations, prescriptions and clinical records.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• Spring Security controls role-based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MedSphere | MCA Semester 3 Mini Project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F"/>
                </a:solidFill>
              </a:defRPr>
            </a:pPr>
            <a:r>
              <a:t>7.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MedSphere | MCA Semester 3 Mini Project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F"/>
                </a:solidFill>
              </a:defRPr>
            </a:pPr>
            <a:r>
              <a:t>8. DFD Level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MedSphere | MCA Semester 3 Mini Project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F"/>
                </a:solidFill>
              </a:defRPr>
            </a:pPr>
            <a:r>
              <a:t>9. Use Case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MedSphere | MCA Semester 3 Mini Project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F"/>
                </a:solidFill>
              </a:defRPr>
            </a:pPr>
            <a:r>
              <a:t>10. Class / Database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MedSphere | MCA Semester 3 Mini Project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F"/>
                </a:solidFill>
              </a:defRPr>
            </a:pPr>
            <a:r>
              <a:t>11. Patient &amp; Appointment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Receptionist/Admin registers the patient.</a:t>
            </a:r>
          </a:p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System generates a unique patient code: MSP-YYYY-000001.</a:t>
            </a:r>
          </a:p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Patient can be searched and viewed through the reception workflow.</a:t>
            </a:r>
          </a:p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Receptionist/Admin selects patient and doctor to create an appointment.</a:t>
            </a:r>
          </a:p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Server-side validation checks required fields and doctor/date/time conflicts.</a:t>
            </a:r>
          </a:p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New appointments start with SCHEDULED 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MedSphere | MCA Semester 3 Mini Project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F"/>
                </a:solidFill>
              </a:defRPr>
            </a:pPr>
            <a:r>
              <a:t>12. Doctor Consultation &amp; Prescription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Doctor logs in and views assigned appointments.</a:t>
            </a:r>
          </a:p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Authorized appointments can be opened for consultation.</a:t>
            </a:r>
          </a:p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Doctor enters symptoms, diagnosis and notes.</a:t>
            </a:r>
          </a:p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Successful consultation save changes the appointment to COMPLETED.</a:t>
            </a:r>
          </a:p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Doctor can add medicine, dosage, frequency, duration and instructions.</a:t>
            </a:r>
          </a:p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Consultation records and prescriptions remain linked in the database.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MedSphere | MCA Semester 3 Mini Project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F"/>
                </a:solidFill>
              </a:defRPr>
            </a:pPr>
            <a:r>
              <a:t>13. Security, Validation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Database-backed username/password authentication.</a:t>
            </a:r>
          </a:p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BCrypt password hashing.</a:t>
            </a:r>
          </a:p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Role-based URL authorization for ADMIN, RECEPTIONIST and DOCTOR.</a:t>
            </a:r>
          </a:p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CSRF protection and logout support.</a:t>
            </a:r>
          </a:p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Server-side validation for forms and business rules.</a:t>
            </a:r>
          </a:p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Duplicate username protection and doctor/date/time appointment conflict protection.</a:t>
            </a:r>
          </a:p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Doctor ownership checks for clinical workflows.</a:t>
            </a:r>
          </a:p>
          <a:p>
            <a:pPr>
              <a:spcAft>
                <a:spcPts val="800"/>
              </a:spcAft>
              <a:defRPr sz="1500">
                <a:solidFill>
                  <a:srgbClr val="232D37"/>
                </a:solidFill>
              </a:defRPr>
            </a:pPr>
            <a:r>
              <a:t>• Manual testing covered authentication, authorization, workflows, validation and database persistence.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MedSphere | MCA Semester 3 Mini Project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F"/>
                </a:solidFill>
              </a:defRPr>
            </a:pPr>
            <a:r>
              <a:t>14. Implementation Status &amp;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B9196"/>
                </a:solidFill>
              </a:defRPr>
            </a:pPr>
            <a:r>
              <a:t>SEMESTER 3 CORE IMPLEMENTATION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t>• Core backend, frontend and database workflows are implemented.</a:t>
            </a:r>
          </a:p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t>• Project documentation foundation is prepared.</a:t>
            </a:r>
          </a:p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t>• Application demonstrates an end-to-end flow from authentication to clinical records.</a:t>
            </a:r>
          </a:p>
          <a:p>
            <a:pPr>
              <a:spcAft>
                <a:spcPts val="800"/>
              </a:spcAft>
              <a:defRPr sz="1800">
                <a:solidFill>
                  <a:srgbClr val="232D37"/>
                </a:solidFill>
              </a:defRPr>
            </a:pPr>
            <a:r>
              <a:t>• Current version intentionally excludes advanced commercial hospital ERP modules.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MedSphere | MCA Semester 3 Mini Project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63F"/>
                </a:solidFill>
              </a:defRPr>
            </a:pPr>
            <a:r>
              <a:t>15. Future Scope – Semester 4 Major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Expanded Electronic Medical Records (EMR).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Laboratory and Radiology workflows.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Pharmacy and inventory management.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Billing and payment management.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Admission, discharge, wards and bed management.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Notifications and patient portal.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Advanced dashboards and analytics.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Multi-building / multi-branch hospital architecture.</a:t>
            </a:r>
          </a:p>
          <a:p>
            <a:pPr>
              <a:spcAft>
                <a:spcPts val="800"/>
              </a:spcAft>
              <a:defRPr sz="1600">
                <a:solidFill>
                  <a:srgbClr val="232D37"/>
                </a:solidFill>
              </a:defRPr>
            </a:pPr>
            <a:r>
              <a:t>• Cloud deployment, backup/recovery and stronger audit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MedSphere | MCA Semester 3 Mini Project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16.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FFFFFF"/>
                </a:solidFill>
              </a:defRPr>
            </a:pPr>
            <a:r>
              <a:t>MedSphere demonstrates a centralized, role-based hospital information workflow using Java and Spring Boot.</a:t>
            </a:r>
          </a:p>
          <a:p>
            <a:pPr algn="ctr">
              <a:spcBef>
                <a:spcPts val="1800"/>
              </a:spcBef>
              <a:defRPr sz="1900">
                <a:solidFill>
                  <a:srgbClr val="D2E6E8"/>
                </a:solidFill>
              </a:defRPr>
            </a:pPr>
            <a:r>
              <a:t>The Semester 3 version establishes the foundation for the advanced MedSphere Major Project in Semester 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B9196"/>
                </a:solidFill>
              </a:defRPr>
            </a:pPr>
            <a:r>
              <a:t>Thank You | Questions &amp; Viva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